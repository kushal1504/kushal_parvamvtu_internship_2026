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5" r:id="rId9"/>
    <p:sldId id="261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768A23E-7097-403E-A878-133CD26C6F5D}">
          <p14:sldIdLst>
            <p14:sldId id="256"/>
            <p14:sldId id="257"/>
            <p14:sldId id="258"/>
            <p14:sldId id="259"/>
            <p14:sldId id="264"/>
            <p14:sldId id="260"/>
            <p14:sldId id="262"/>
            <p14:sldId id="265"/>
            <p14:sldId id="261"/>
            <p14:sldId id="263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6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4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07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87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85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56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18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98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985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96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1B6B1-E892-4E4C-93D6-7E8A7BEEFF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99555FF-F15A-4AEE-ABAC-354F4D35DE7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23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A8507-BF11-5FB0-A84B-F6C9CC466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2366108"/>
            <a:ext cx="8637073" cy="977621"/>
          </a:xfrm>
        </p:spPr>
        <p:txBody>
          <a:bodyPr/>
          <a:lstStyle/>
          <a:p>
            <a:r>
              <a:rPr lang="en-US" dirty="0"/>
              <a:t>HTML Elements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7181D-899A-19B0-BE0E-7645DE48C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Block and Inline Elements in 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75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3635-49CA-0B7C-EC4C-456796D59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39566-500F-9E39-1C40-7577B1CC4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elements are building blocks of web pages</a:t>
            </a:r>
          </a:p>
          <a:p>
            <a:r>
              <a:rPr lang="en-US" dirty="0"/>
              <a:t>They define layout and content</a:t>
            </a:r>
          </a:p>
          <a:p>
            <a:r>
              <a:rPr lang="en-US" dirty="0"/>
              <a:t>There are two main types</a:t>
            </a:r>
          </a:p>
          <a:p>
            <a:pPr lvl="1"/>
            <a:r>
              <a:rPr lang="en-US" dirty="0"/>
              <a:t>Block elements</a:t>
            </a:r>
          </a:p>
          <a:p>
            <a:pPr lvl="1"/>
            <a:r>
              <a:rPr lang="en-US" dirty="0"/>
              <a:t>Inline elements</a:t>
            </a:r>
          </a:p>
        </p:txBody>
      </p:sp>
    </p:spTree>
    <p:extLst>
      <p:ext uri="{BB962C8B-B14F-4D97-AF65-F5344CB8AC3E}">
        <p14:creationId xmlns:p14="http://schemas.microsoft.com/office/powerpoint/2010/main" val="107264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7AAC-A8B9-40BD-A86B-C230DEBE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dirty="0"/>
              <a:t>Block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D6DC4-510E-FBD5-D68F-7880FF356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Block elements take full width</a:t>
            </a:r>
          </a:p>
          <a:p>
            <a:r>
              <a:rPr lang="en-US" dirty="0"/>
              <a:t>Always start on new line</a:t>
            </a:r>
          </a:p>
          <a:p>
            <a:r>
              <a:rPr lang="en-US" dirty="0"/>
              <a:t>Used to create structure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IN" dirty="0"/>
              <a:t>&lt;div&gt;</a:t>
            </a:r>
          </a:p>
          <a:p>
            <a:pPr lvl="1"/>
            <a:r>
              <a:rPr lang="en-IN" dirty="0"/>
              <a:t>&lt;p&gt;</a:t>
            </a:r>
          </a:p>
          <a:p>
            <a:pPr lvl="1"/>
            <a:r>
              <a:rPr lang="en-IN" dirty="0"/>
              <a:t>&lt;h1&gt;</a:t>
            </a:r>
          </a:p>
          <a:p>
            <a:pPr lvl="1"/>
            <a:r>
              <a:rPr lang="en-IN" dirty="0"/>
              <a:t>&lt;section&gt;</a:t>
            </a:r>
          </a:p>
        </p:txBody>
      </p:sp>
    </p:spTree>
    <p:extLst>
      <p:ext uri="{BB962C8B-B14F-4D97-AF65-F5344CB8AC3E}">
        <p14:creationId xmlns:p14="http://schemas.microsoft.com/office/powerpoint/2010/main" val="4193504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43DE-B363-0215-A082-158C50E9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7147-8F9B-2050-BD63-A0056F78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of Block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1C315-474A-DAF1-64A5-0FE9D7ACE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&lt;h1&gt;This is heading&lt;/h1&gt;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paragraph&lt;/p&gt;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&lt;div&gt;This is div&lt;/div&gt;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Output:</a:t>
            </a:r>
          </a:p>
          <a:p>
            <a:pPr marL="457200" lvl="1" indent="0">
              <a:buNone/>
            </a:pPr>
            <a:r>
              <a:rPr lang="en-US" dirty="0"/>
              <a:t>Each element appears on new line</a:t>
            </a:r>
            <a:endParaRPr lang="en-IN" dirty="0"/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65F90-6C47-80C3-D0DD-E848CD2C9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237" y="2778703"/>
            <a:ext cx="3170697" cy="192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4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E26C-136F-87D3-0005-E6CE81D6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dirty="0"/>
              <a:t>Most used block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65E81-3B5C-8D63-8521-6EDDDA15D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Div</a:t>
            </a:r>
          </a:p>
          <a:p>
            <a:r>
              <a:rPr lang="en-IN" dirty="0"/>
              <a:t>P</a:t>
            </a:r>
          </a:p>
          <a:p>
            <a:r>
              <a:rPr lang="en-IN" dirty="0"/>
              <a:t>h1–h6</a:t>
            </a:r>
          </a:p>
          <a:p>
            <a:r>
              <a:rPr lang="en-IN" dirty="0"/>
              <a:t>Section</a:t>
            </a:r>
          </a:p>
          <a:p>
            <a:r>
              <a:rPr lang="en-IN" dirty="0"/>
              <a:t>Article</a:t>
            </a:r>
          </a:p>
          <a:p>
            <a:r>
              <a:rPr lang="en-IN" dirty="0"/>
              <a:t>Form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ul, ol, li</a:t>
            </a:r>
          </a:p>
        </p:txBody>
      </p:sp>
    </p:spTree>
    <p:extLst>
      <p:ext uri="{BB962C8B-B14F-4D97-AF65-F5344CB8AC3E}">
        <p14:creationId xmlns:p14="http://schemas.microsoft.com/office/powerpoint/2010/main" val="312937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60B9-634D-0CAA-23E3-D2296C87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354D-F5FB-D542-70AE-14152CC8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dirty="0"/>
              <a:t>Inline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056B9-DEDE-0866-BA5F-5FE7D8FC2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Inline elements take only required width</a:t>
            </a:r>
          </a:p>
          <a:p>
            <a:r>
              <a:rPr lang="en-US" dirty="0"/>
              <a:t>Do not start on new line</a:t>
            </a:r>
          </a:p>
          <a:p>
            <a:r>
              <a:rPr lang="en-US" dirty="0"/>
              <a:t>Used inside block elements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&lt;span&gt;</a:t>
            </a:r>
          </a:p>
          <a:p>
            <a:pPr lvl="1"/>
            <a:r>
              <a:rPr lang="en-IN" dirty="0"/>
              <a:t>&lt;a&gt;</a:t>
            </a:r>
          </a:p>
          <a:p>
            <a:pPr lvl="1"/>
            <a:r>
              <a:rPr lang="en-IN" dirty="0"/>
              <a:t>&lt;strong&gt;</a:t>
            </a:r>
          </a:p>
          <a:p>
            <a:pPr lvl="1"/>
            <a:r>
              <a:rPr lang="en-IN" dirty="0"/>
              <a:t>&lt;</a:t>
            </a:r>
            <a:r>
              <a:rPr lang="en-IN" dirty="0" err="1"/>
              <a:t>em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23103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05C2-0CCF-B3A5-4118-9B30F3D0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C08F1-871C-A06F-43EF-00F6EF99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of Inline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280DC-9FA8-33A2-A37E-C699449EC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&lt;span&gt;inline&lt;/span&gt; element&lt;/p&gt;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="#"&gt;This is link&lt;/a&gt;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Output:</a:t>
            </a:r>
          </a:p>
          <a:p>
            <a:pPr marL="457200" lvl="1" indent="0">
              <a:buNone/>
            </a:pPr>
            <a:r>
              <a:rPr lang="en-US" dirty="0"/>
              <a:t>Elements appear in same line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B326B-A044-5EDD-D3C4-5CA88314F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475" y="2835602"/>
            <a:ext cx="3431862" cy="151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7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4BC7-68A8-E10A-0D94-7416D33E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6187-D360-F915-DF44-958BE87BB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dirty="0"/>
              <a:t>Most used Inline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4D39-2623-4479-C628-D950E515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Span</a:t>
            </a:r>
          </a:p>
          <a:p>
            <a:r>
              <a:rPr lang="en-IN" dirty="0"/>
              <a:t>A</a:t>
            </a:r>
          </a:p>
          <a:p>
            <a:r>
              <a:rPr lang="en-IN" dirty="0" err="1"/>
              <a:t>Img</a:t>
            </a:r>
            <a:endParaRPr lang="en-IN" dirty="0"/>
          </a:p>
          <a:p>
            <a:r>
              <a:rPr lang="en-IN" dirty="0"/>
              <a:t>Input</a:t>
            </a:r>
          </a:p>
          <a:p>
            <a:r>
              <a:rPr lang="en-IN" dirty="0"/>
              <a:t>Label</a:t>
            </a:r>
          </a:p>
          <a:p>
            <a:r>
              <a:rPr lang="en-IN" dirty="0"/>
              <a:t>Strong</a:t>
            </a:r>
          </a:p>
          <a:p>
            <a:r>
              <a:rPr lang="en-IN" dirty="0"/>
              <a:t>Em</a:t>
            </a:r>
          </a:p>
          <a:p>
            <a:r>
              <a:rPr lang="en-IN" dirty="0" err="1"/>
              <a:t>br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262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F190-C559-C85B-2E27-874AC6AC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0030-8108-7252-CE8E-86CA5155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 Between Block and Inline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9E82524-4E12-8352-CB50-956AE32102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860280"/>
              </p:ext>
            </p:extLst>
          </p:nvPr>
        </p:nvGraphicFramePr>
        <p:xfrm>
          <a:off x="2309567" y="2074795"/>
          <a:ext cx="6975834" cy="798053"/>
        </p:xfrm>
        <a:graphic>
          <a:graphicData uri="http://schemas.openxmlformats.org/drawingml/2006/table">
            <a:tbl>
              <a:tblPr/>
              <a:tblGrid>
                <a:gridCol w="3110468">
                  <a:extLst>
                    <a:ext uri="{9D8B030D-6E8A-4147-A177-3AD203B41FA5}">
                      <a16:colId xmlns:a16="http://schemas.microsoft.com/office/drawing/2014/main" val="3973952198"/>
                    </a:ext>
                  </a:extLst>
                </a:gridCol>
                <a:gridCol w="3865366">
                  <a:extLst>
                    <a:ext uri="{9D8B030D-6E8A-4147-A177-3AD203B41FA5}">
                      <a16:colId xmlns:a16="http://schemas.microsoft.com/office/drawing/2014/main" val="2374200019"/>
                    </a:ext>
                  </a:extLst>
                </a:gridCol>
              </a:tblGrid>
              <a:tr h="7980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53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0B92F23-0AAA-093E-349F-344CA3F05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336273"/>
              </p:ext>
            </p:extLst>
          </p:nvPr>
        </p:nvGraphicFramePr>
        <p:xfrm>
          <a:off x="1801566" y="2274133"/>
          <a:ext cx="7991835" cy="3192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835">
                  <a:extLst>
                    <a:ext uri="{9D8B030D-6E8A-4147-A177-3AD203B41FA5}">
                      <a16:colId xmlns:a16="http://schemas.microsoft.com/office/drawing/2014/main" val="6739365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82544015"/>
                    </a:ext>
                  </a:extLst>
                </a:gridCol>
              </a:tblGrid>
              <a:tr h="7980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 Element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Inline Element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086100"/>
                  </a:ext>
                </a:extLst>
              </a:tr>
              <a:tr h="7980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 takes Full width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 takes Only required width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649493"/>
                  </a:ext>
                </a:extLst>
              </a:tr>
              <a:tr h="7980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Starts in New 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Continue on Same line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591523"/>
                  </a:ext>
                </a:extLst>
              </a:tr>
              <a:tr h="7980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Example: h1, div, 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Example: a, span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867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890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F28D5-DAC4-787E-C844-8AF9E71E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07FA-7BC6-0777-EF46-F6541015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418B5-15D7-C97E-F0F2-780354456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elements are important</a:t>
            </a:r>
          </a:p>
          <a:p>
            <a:r>
              <a:rPr lang="en-US" dirty="0"/>
              <a:t>Block elements create structure</a:t>
            </a:r>
          </a:p>
          <a:p>
            <a:r>
              <a:rPr lang="en-US" dirty="0"/>
              <a:t>Inline elements add content inside</a:t>
            </a:r>
          </a:p>
          <a:p>
            <a:r>
              <a:rPr lang="en-US" dirty="0"/>
              <a:t>Both are used to design web pages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38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FE6EFBB-22E5-A425-73EA-FE0A6EFEFBAF}"/>
              </a:ext>
            </a:extLst>
          </p:cNvPr>
          <p:cNvSpPr txBox="1"/>
          <p:nvPr/>
        </p:nvSpPr>
        <p:spPr>
          <a:xfrm>
            <a:off x="3372463" y="2625213"/>
            <a:ext cx="45228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IN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244971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75C42E-AD94-4116-9A35-3B749D9F1D6D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283</TotalTime>
  <Words>260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Gallery</vt:lpstr>
      <vt:lpstr>HTML Elements</vt:lpstr>
      <vt:lpstr>Introduction</vt:lpstr>
      <vt:lpstr>Block Elements</vt:lpstr>
      <vt:lpstr>Example of Block Elements</vt:lpstr>
      <vt:lpstr>Most used block elements</vt:lpstr>
      <vt:lpstr>Inline Elements</vt:lpstr>
      <vt:lpstr>Example of Inline Elements</vt:lpstr>
      <vt:lpstr>Most used Inline elements</vt:lpstr>
      <vt:lpstr>Difference Between Block and Inline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 K</dc:creator>
  <cp:lastModifiedBy>KUSHAL K</cp:lastModifiedBy>
  <cp:revision>6</cp:revision>
  <dcterms:created xsi:type="dcterms:W3CDTF">2026-02-24T12:48:19Z</dcterms:created>
  <dcterms:modified xsi:type="dcterms:W3CDTF">2026-02-25T06:13:12Z</dcterms:modified>
</cp:coreProperties>
</file>